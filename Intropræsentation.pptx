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877" autoAdjust="0"/>
    <p:restoredTop sz="94660"/>
  </p:normalViewPr>
  <p:slideViewPr>
    <p:cSldViewPr snapToGrid="0">
      <p:cViewPr varScale="1">
        <p:scale>
          <a:sx n="88" d="100"/>
          <a:sy n="88" d="100"/>
        </p:scale>
        <p:origin x="1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736C25-34FA-8D50-9907-11C8E6944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47729B-2CC9-44D3-C964-A6442AA87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A0A33-043E-7D3E-C7D8-061B984F5C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F5A5FD-19B9-8A83-9927-908D29AF7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6C4704-19F6-7EE5-5EF2-0F2A2340E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91364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A005-CCF6-563B-C4B2-EA2014FF57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9A1FF-1788-77B6-A099-8007819851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53CAB-3D7B-61CB-1751-3258A706A2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C377D6-68D4-945C-6A0A-315D2C22C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91942-0A96-C4F7-C32D-4C15583C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8442425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8FA69-8E53-8F7B-8A33-CA36908D3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50C7AA-F207-B240-8FE0-53FFC90FD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DC519-8EF0-6F57-784B-3B450BDEA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61158-F79C-91E4-6D4B-8B5B48105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ABBB75-6485-21FB-540A-A59BDB816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1661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823D5A-DD7C-5508-E637-544A19E71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009F1A-3AED-7788-9F94-9FD420B4C8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8F2D87-DC7B-FCE1-F00D-80764C782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781BC-3579-9D3F-555B-05FF66B1A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BBC8B0-5247-E3A6-D353-674EC33DB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A6A638-D720-2E98-EB31-6583B5A75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121096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A6E1-06AA-2A6B-21DE-1BCF33F23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E6004-CFDC-EB1D-2D6D-06ECFE500B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7D3617-1BA1-890C-2E24-991882BB3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C60A8-BB9C-C71E-C989-26E5530880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D40B61-6641-5066-753E-711A54FF4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E752CA-AD51-7F6B-91B4-0AD704CD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4FCA57-4F88-2A4F-1F89-777399A94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80B3194-BB0D-2028-021C-81D9C3799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69964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FBB7-1D52-5280-EB10-7C753D66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503B7E-FA0B-69A1-2FBE-8B73BD99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9E7DC2-150E-220E-8875-32E355067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B88FE1-0E48-7E86-F8DE-160D026FC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16903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827923-656E-F23A-E262-515D3619E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6A0C41-BA9F-4F04-ED32-822F1AA0C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7660B-285C-8A7E-99F9-F55F5E939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32474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BC084-C815-9A49-C681-B00016913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47F69-FCF4-913C-F22B-E676CED39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A43336-8228-CB92-53BE-C14F1CD310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16C5C-7099-668D-05D2-00FD5A32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FD7B67-53BC-CFA5-9DF8-BEB4F26CB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60CBEB-2FCD-7713-1ABD-9E6F106A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51929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F7CB0-A840-1AE5-DDEB-C49A57FCA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393B83-8671-1C2C-AB14-E8AEB34066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6A02F8-EA24-71A7-2679-4C06012121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B7359-2C00-9C84-FDE8-19BDB3F61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02AAF9-E73F-3619-A541-713015B7F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3981BF-B87B-4DB2-F547-A927F1EC5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651359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972BF-4EC0-D0B3-A098-88AAB600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2F864-4F28-C93D-B799-FEDDBBFD05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D89DC2-5489-F7B3-B7C0-32174CA71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4E395-3394-DD7D-488B-FA7F0A347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EAE9C-B8CF-3E7B-C214-78596DD0A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98010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B5E62A-9D06-2A6E-71B3-2E0EC678F3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096507-343E-AAA1-96A8-782B252991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8C194-253F-A3C7-EFF1-C529D2115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31A7CE-D059-FA2A-41C8-7AB9C48D8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1A0A8-1CE4-FFF9-2C8E-D24CC0647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08423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87C5C5-BCDA-2845-6625-8119FF32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0DCABE-9E39-B249-D1F4-883F8CEDF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63874-FCF0-CBCC-DDF7-DD95ADAB4C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3E2BA-87CA-4528-8E64-8E41924BBBE6}" type="datetimeFigureOut">
              <a:rPr lang="da-DK" smtClean="0"/>
              <a:t>31-08-2026</a:t>
            </a:fld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D1EA5-45F1-A919-32A5-78A94594E8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C14D-C10C-E54F-98EB-633E73818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D2F5A2-7C10-4DB4-9766-F70DC557305A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7348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4.wdp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DEA591-7A9E-0EBE-B710-D66C07151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62584" y="1600200"/>
            <a:ext cx="2938585" cy="876177"/>
          </a:xfrm>
        </p:spPr>
        <p:txBody>
          <a:bodyPr>
            <a:noAutofit/>
          </a:bodyPr>
          <a:lstStyle/>
          <a:p>
            <a:r>
              <a:rPr lang="da-DK" sz="6600" b="1"/>
              <a:t>Quizspil</a:t>
            </a:r>
            <a:endParaRPr lang="da-DK" sz="66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76B16-5238-9090-688E-BCC2B94B0E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22" y="3429000"/>
            <a:ext cx="5337908" cy="1150570"/>
          </a:xfrm>
        </p:spPr>
        <p:txBody>
          <a:bodyPr>
            <a:noAutofit/>
          </a:bodyPr>
          <a:lstStyle/>
          <a:p>
            <a:r>
              <a:rPr lang="da-DK" sz="3600"/>
              <a:t>Med deltagere, kategorier og sværhedsgrader</a:t>
            </a:r>
            <a:endParaRPr lang="da-DK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30359E-8E47-ECB9-E19A-E601237B20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8755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1C97E-5CDC-C09D-1750-0D19349F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da-DK" dirty="0"/>
              <a:t>PROJEKTIDÉ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2895C-746E-DC35-81A3-579C3405B3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a-DK" dirty="0"/>
              <a:t>Et quizspil til web/mobil </a:t>
            </a:r>
          </a:p>
          <a:p>
            <a:pPr lvl="0"/>
            <a:r>
              <a:rPr lang="da-DK" dirty="0"/>
              <a:t>Flere deltagere i samme quiz-session </a:t>
            </a:r>
          </a:p>
          <a:p>
            <a:pPr lvl="0"/>
            <a:r>
              <a:rPr lang="da-DK" dirty="0"/>
              <a:t>Spørgsmål opdelt i kategorier og sværhedsgrader </a:t>
            </a:r>
          </a:p>
          <a:p>
            <a:pPr lvl="0"/>
            <a:r>
              <a:rPr lang="da-DK" dirty="0"/>
              <a:t>Spilleren vælger bl.a. antal spørgsmål og sværhedsgrad </a:t>
            </a:r>
          </a:p>
          <a:p>
            <a:pPr lvl="0"/>
            <a:r>
              <a:rPr lang="da-DK" dirty="0"/>
              <a:t>Hurtige korrekte svar skal kunne give flere point </a:t>
            </a:r>
          </a:p>
          <a:p>
            <a:pPr lvl="0"/>
            <a:r>
              <a:rPr lang="da-DK" dirty="0"/>
              <a:t>Projektet udvides løbende gennem semesteret</a:t>
            </a:r>
          </a:p>
          <a:p>
            <a:endParaRPr lang="da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DA6F1-4157-525F-413E-6D6B098E41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998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EDF479A-932E-1594-D0E2-1F6F6CF09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457"/>
            <a:ext cx="6174292" cy="681354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976B7FA-C9DE-8558-A0E6-717D72A390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2122" y="1254692"/>
            <a:ext cx="4612192" cy="48057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2CCF372-75A5-022B-5CE8-3E8D546919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52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5A74F9E-C922-8BDB-1540-F0352C125F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428014" cy="6858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811A749-9C32-4EFF-354E-568AF36E44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40000"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014" y="272143"/>
            <a:ext cx="5698672" cy="63137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5BEE9B5-A12A-2226-572D-022B079A2A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00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A53EA6E-639C-E757-AA3A-EC95BFC7FB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6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48</Words>
  <Application>Microsoft Office PowerPoint</Application>
  <PresentationFormat>Widescreen</PresentationFormat>
  <Paragraphs>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Quizspil</vt:lpstr>
      <vt:lpstr>PROJEKTIDÉ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Anders Bjerrum</dc:creator>
  <cp:lastModifiedBy>Anders Bjerrum</cp:lastModifiedBy>
  <cp:revision>4</cp:revision>
  <dcterms:created xsi:type="dcterms:W3CDTF">2026-08-31T08:16:28Z</dcterms:created>
  <dcterms:modified xsi:type="dcterms:W3CDTF">2026-08-31T10:20:39Z</dcterms:modified>
</cp:coreProperties>
</file>